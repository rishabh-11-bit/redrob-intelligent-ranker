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IDEATHON · CHALLENGE 1 — BUILD AN AI SYSTEM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Redrob Fit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58368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recruiter copilot that ranks candidates for fit — not keywords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368" y="3931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job description. Get a trustworthy, reasoned shortlist from a 100K pool in under a minute — on a laptop, no cloud.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Rishabh Gaikwad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— and why it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727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3716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 — Build an AI System.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system that makes real work smarter: intelligent search + ranking that changes how recruiters hire.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drown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34747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profiles per role. Keyword filters surface whoever stuffed the most buzzwords — and bury the genuinely qualified.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6517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36008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≠ fit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36008" y="34747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HR Manager listing 9 AI skills out-ranks an engineer who actually shipped a recommender but never wrote “RAG.”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26517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39328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ignored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39328" y="34747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 resume that's been inactive for months is a dead end recruiters only discover after wasting outreach.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is a ranking problem dressed up as a search box. We fix the ranking.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how Redrob Fit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JD's intent, then judges each candidate the way a great recruiter would — and shows its reasoning.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the role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the JD into real requirements, must-haves and disqualifiers — not a keyword bag.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56432" y="18288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85032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the whole person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85032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semantic + lexical match on what they DID, plus career trajectory and platform signals.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2784" y="18288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103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01384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noise &amp; traps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01384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Down-weights keyword-stuffers and the unavailable; detects impossible profiles.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089136" y="18288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2103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17736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every pick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317736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plain-language reason per candidate, so a recruiter can trust and act on the list.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89204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laptop.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candidates ranked in under a minute, fully offline — no per-candidate LLM calls, so it scales to millions in production.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a startup recruiter, needs one founding AI engineer from a 100K pool.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17320" y="19202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JD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drops the full job description in — messy prose, disqualifiers and all.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33472" y="1920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39312" y="19202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07792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reads intent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07792" y="32004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Redrob Fit extracts what the role truly needs and what to avoid.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5464" y="1920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61304" y="19202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61304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9784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the pool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29784" y="32004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scored on fit, evidence, location and availability.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77456" y="1920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083296" y="19202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83296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51776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shortlist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51776" y="32004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matches appear with a one-line why and an honest concern each.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1920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305288" y="19202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05288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73768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acts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73768" y="32004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reaches out to 10 real fits instead of sifting 1,000 maybes.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a trustworthy shortlist: </a:t>
            </a:r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→ under a minute.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— the recruiter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32918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21408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AI Engineer, founding team. Must have shipped ranking / retrieval to real users at a product company. Pune/Noida. No pure-research, no keyword stuffers…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52120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candidates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shortlist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1671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2039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 · 7.2 yrs · Noida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44144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9788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re-ranking at a product co · open to work · 61% response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424160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663440" y="315468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344728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577840" y="3319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 Eng · 6.1 yrs · Pune</a:t>
            </a:r>
            <a:endParaRPr lang="en-US" sz="14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72160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897880" y="3703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recommender + semantic search · responsive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042416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663440" y="443484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892040" y="47274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2"/>
          <p:cNvSpPr/>
          <p:nvPr/>
        </p:nvSpPr>
        <p:spPr>
          <a:xfrm>
            <a:off x="4892040" y="4727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577840" y="4599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ML Engineer · 6.2 yrs · Ahmedabad</a:t>
            </a:r>
            <a:endParaRPr lang="en-US" sz="14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001768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897880" y="4983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+ relevance work · concern: notice period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1042416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4663440" y="5806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carries a reason and an honest concern — the recruiter trusts the list because it shows its work.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Fit — Ideathon Challenge 1</dc:title>
  <dc:subject>PptxGenJS Presentation</dc:subject>
  <dc:creator>Rishabh Gaikwad</dc:creator>
  <cp:lastModifiedBy>Rishabh Gaikwad</cp:lastModifiedBy>
  <cp:revision>1</cp:revision>
  <dcterms:created xsi:type="dcterms:W3CDTF">2026-06-17T15:57:48Z</dcterms:created>
  <dcterms:modified xsi:type="dcterms:W3CDTF">2026-06-17T15:57:48Z</dcterms:modified>
</cp:coreProperties>
</file>