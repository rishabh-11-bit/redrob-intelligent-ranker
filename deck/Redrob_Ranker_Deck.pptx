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D9488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Non-technical roles</c:v>
                  </c:pt>
                  <c:pt idx="1">
                    <c:v>Software / other eng</c:v>
                  </c:pt>
                  <c:pt idx="2">
                    <c:v>Core AI / ML / Search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24</c:v>
                </c:pt>
                <c:pt idx="2">
                  <c:v>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Recommendation Sys Eng</c:v>
                  </c:pt>
                  <c:pt idx="1">
                    <c:v>Applied ML Engineer</c:v>
                  </c:pt>
                  <c:pt idx="2">
                    <c:v>AI Engineer</c:v>
                  </c:pt>
                  <c:pt idx="3">
                    <c:v>Senior Data Scientist</c:v>
                  </c:pt>
                  <c:pt idx="4">
                    <c:v>NLP / Search Engineer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12</c:v>
                </c:pt>
                <c:pt idx="2">
                  <c:v>10</c:v>
                </c:pt>
                <c:pt idx="3">
                  <c:v>9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732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REDROB · DATA &amp; AI CHALLENGE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Between the Lines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658368" y="3063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recruiter-grade candidate ranker that understands fit — not keywords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58368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</a:t>
            </a:r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 rule-based fit gating  +  behavioral availability  +  honeypot defense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Rishabh Gaikwad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100,000-candidate pool   ·   CPU-only, offline, &lt; 1 min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keyword filters can't solve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 says it plainly: recruiters miss the right person because filters match words, not meaning. This dataset weaponizes that.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keyword trap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32688" y="35204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HR Manager can list 9 AI skills. A pure-embedding ranker puts them at #1. The JD says this is a trap built into the data on purpose.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43400" y="19659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860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6008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Honeypots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636008" y="35204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 profiles are subtly impossible (8 yrs at a 3-yr-old firm). Rank them in your top 10 and you signal you never read the profile.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046720" y="19659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2860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9328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≠ paper fit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8339328" y="352044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perfect resume that's been inactive 6 months with a 5% response rate is, for hiring, not actually available.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answer (from the JD): </a:t>
            </a:r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about the gap between what a profile says and what it means.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100K pool actually looks like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profiled the full dataset before designing anything. The shape of the pool dictates the architecture.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514600" y="19202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profiles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514600" y="2971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India-based (25% abroad, no visa sponsorship)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14600" y="40233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 job titles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514600" y="5074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honeypot profiles (DQ if &gt;10% of top 100)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3504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by role family</a:t>
            </a:r>
            <a:endParaRPr lang="en-US" sz="15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943600" y="210312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genuine target — core AI/ML engineers in India — is a thin 6% sliver. The JD agrees: "10 great matches beat 1000 maybes."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decisive design choice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what a candidate </a:t>
            </a:r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(career descriptions) — never what they </a:t>
            </a:r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listed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skills array, where the trap lives).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perfect, scored low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28803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Marketing Manager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9 AI keywords, all "expert"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text: campaigns, brand, GTM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ranking / retrieval work ever shipped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Role-coherence gate kills it.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ECFD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945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buzzwords, scored high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629400" y="28803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Backend / Platform Engineer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modest, honestly rated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text: built a recommendation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+ search-ranking system at a product co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62940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Build-evidence + semantics surface it.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alone is fooled by paraphrase; lexical alone is fooled by stuffing. Fusing both — then gating on role coherence — beats either.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explainable base components, two multipliers, one kill-switch — all CPU, deterministic, defensible line by line.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305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391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coherence  (0.30)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463040" y="24414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 title penalized hard — the anti-trap gate.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87452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3055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66360" y="20391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evidence  (0.22)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166360" y="24414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/ search / rec work mined from career descriptions.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46720" y="187452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13055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69680" y="20391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semantics  (0.20)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869680" y="24414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fused with bge-small dense embeddings of the narrative.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342900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8503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5935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fit  (0.18)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463040" y="399592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required; Pune/Noida preferred; abroad down-weighted.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43400" y="342900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68503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66360" y="35935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band  (0.10)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5166360" y="399592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curve peaking at the JD's 6–8 year ideal.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046720" y="342900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685032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869680" y="35935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Modifiers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8869680" y="399592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disqualifiers  · × availability  · honeypot → bottom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algn="l"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(Σ weighted components)  ×  disqualifier-penalty  ×  behavioral-availability,   honeypots forced to 0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is assembled deterministically from real fields — specific, non-hallucinated, rank-consistent (what Stage-4 review rewards).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candidates.jsonl to a shortlist a recruiter trusts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Precompute (offline)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8680" y="30175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100K career narratives with bge-small. No time limit — not the ranking step.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182112" y="24688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456432" y="15544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8288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85032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Rank (CPU, offline)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3685032" y="30175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score + gates + multipliers. 55s wall-clock, no network, &lt; 16 GB.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98464" y="24688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6272784" y="15544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82880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01384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Output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501384" y="30175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top-100 CSV with a plain-language reason per candidate.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814816" y="24688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9089136" y="15544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182880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17736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Verify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9317736" y="30175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eval + guardrails; one-command repro; Streamlit sandbox demo.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40080" y="4526280"/>
            <a:ext cx="10927080" cy="1371600"/>
          </a:xfrm>
          <a:prstGeom prst="roundRect">
            <a:avLst>
              <a:gd name="adj" fmla="val 6667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in one command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rank.py --candidates ./data/candidates.jsonl --out ./submission.csv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every compute constraint: CPU-only · network off · ≤ 16 GB RAM · well under the 5-minute budget.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the real pool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Versus the organizers' own sample ranking — which put HR Managers and Accountants at the top — this system avoids the trap entirely.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ECFD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honeypots in top 100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ECFD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66160" y="2651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 roles in top 100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ECFD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55080" y="2651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top-10 are India AI/ML engineers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78308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ECFD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0" y="2651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 (budget 300s)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 shortlist actually surfaces (top-100 role families)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3749040"/>
          <a:ext cx="67665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7589520" y="374904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81812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reasoning (rank 1)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18120" y="4343400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“Senior Machine Learning Engineer with 7.2 yrs; career shows re-ranking; Pune/Noida-based; responsive to recruiters (61%).”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818120" y="57607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· grounded in real fields · matches the rank.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every stage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composite weights NDCG@10 at 50% — so the system is engineered to be ruthless and precise at the very top.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163B5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606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— reproduction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32688" y="37490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command, CPU-only, no network, 55s. Honeypot rate 0%.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228600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163B5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6060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6008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— review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36008" y="37490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Modular, documented code; specific non-hallucinated reasoning; real git iteration.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46720" y="228600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163B5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6060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9328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 — defense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339328" y="37490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weight and gate is hand-encoded from the JD and explainable in plain terms.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 AI-keyword counter. </a:t>
            </a:r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that reads profiles the way a great recruiter does.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Intelligent Candidate Ranker</dc:title>
  <dc:subject>PptxGenJS Presentation</dc:subject>
  <dc:creator>Rishabh Gaikwad</dc:creator>
  <cp:lastModifiedBy>Rishabh Gaikwad</cp:lastModifiedBy>
  <cp:revision>1</cp:revision>
  <dcterms:created xsi:type="dcterms:W3CDTF">2026-06-17T15:57:48Z</dcterms:created>
  <dcterms:modified xsi:type="dcterms:W3CDTF">2026-06-17T15:57:48Z</dcterms:modified>
</cp:coreProperties>
</file>